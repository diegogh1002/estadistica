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3498DB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ESTADÍSTICO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Telefonía Móvil en Estudiantes Universitarios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Temario: Unidades 1.1 – 1.5  |  Estadística Descriptiva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hicimos?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encuestados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1887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65176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recopiladas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5488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11887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85800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Aplicamos TODO el temario (1.1–1.5) a datos reales de una encuesta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teléfonos entre compañeros de la universidad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en Sistemas (52%), Ciencia de Datos (32%), IA (15%)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hombres, 27% mujeres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Procedencia: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CDMX, 40% Edo. de México, 6% otros estados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  Media vs Mediana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13716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347472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pasa?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 iguales → simétrica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 (GB)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220.68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&gt;&gt; Mediana → sesgo 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 iguales → simétrica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Capacidad tiene sesgo positivo: la mayoría tiene 128 GB,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unos pocos con 512+ suben el promedio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8046720" cy="109728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Varianza (s²)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Desv. Std 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  (muy pareja)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31,434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80.3%  (varía mucho)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1.3.1  Histogramas y elección de intervalos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2651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reglas distintas para elegir los bins: Sturges, Freedman-Diaconis y Scott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40480"/>
            <a:ext cx="640080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1.3.2–1.3.3  Gráficas de caja y bigote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82296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114800"/>
            <a:ext cx="3840480" cy="8686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41605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outliers, todos entre 17-24 años. IQR = 2 (muy compacto)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754880" y="4114800"/>
            <a:ext cx="3840480" cy="8686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937760" y="41605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outliers (11.5%) — son teléfonos de 512 GB+, no errores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Categóricas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40080"/>
            <a:ext cx="87782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1.4.1  Scatter Matrix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4297680" cy="4297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846320" y="914400"/>
            <a:ext cx="3931920" cy="32004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029200" y="109728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vemos?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histograma de cada variable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vs Semestre: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puntos suben → correlación positiva (r=0.6)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vs todo: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nube sin forma → no hay relación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1.4.2  Espacio de estados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02920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0" y="914400"/>
            <a:ext cx="3291840" cy="25603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669280" y="100584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= un estudiante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X = Edad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Y = Capacidad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Género
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colores están mezclados → el género no influye en qué teléfono compras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  Covarianza y Correlación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0233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más fuerte: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Edad–Semestre (r = 0.600) → los más grandes están en semestres más altos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negativa: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Capacidad–Tiempo (r = -0.235) → teléfonos nuevos traen más GB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es simétrica y semidefinida positiva (todos los eigenvalores ≥ 0)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Ahora lo interesante...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análisis del temario, crucé variables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sí para buscar cosas que no se ven a primera vista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¿De qué marca se quieren cambiar?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8778240" cy="3383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160520"/>
            <a:ext cx="804672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4206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Xiaomi pierde 45 usuarios netos y Motorola pierde 24. Casi todos quieren irse a Apple o Samsung. Estas marcas son "temporales" mientras pueden comprar algo mejor.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atrasados trabajan más, pero NO gastan más en teléfono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749040"/>
            <a:ext cx="8046720" cy="11887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calculé?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Asumí que si entras a los 18, en 4to deberías tener 21. Los que tienen +2 años de más los marqué como "desfasados".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57.7% de ellos trabaja (vs 30.5%), pero tienen el mismo % de teléfono caro. Probablemente trabajan porque lo necesitan, no porque les sobre.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 es la única marca con mucha segunda mano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877824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206240"/>
            <a:ext cx="8046720" cy="7772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425196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de los iPhones son de segunda mano (el doble que otras marcas). Son modelos viejos con menos capacidad (143 vs 224 GB). Los iPhones se "heredan" entre estudiantes.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hijos únicos traen teléfonos con más capacidad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877824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206240"/>
            <a:ext cx="8046720" cy="7772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425196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hermanos: 261 GB promedio. Con hermanos: 212 GB. Si eres hijo único, el presupuesto de tus papás es solo para ti. Como no teníamos datos de ingreso, esta variable nos da una pista.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irregulares tienen MÁS teléfonos caros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31520"/>
            <a:ext cx="731520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114800"/>
            <a:ext cx="8046720" cy="8686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41605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44.8% de irregulares tienen teléfono premium vs 38.6% de regulares. No lo esperaba, pero tiene sentido: son más grandes, trabajan más, y tienen acceso directo a comprar su propio teléfono.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semestre 6 empiezan a pagarse sus cosas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40080"/>
            <a:ext cx="87782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2377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esperado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+ Apple = 60%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simétrica (CV 8.5%)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con sesgo (CV 80.3%)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Edad-Semestre: 0.6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2377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NO esperaba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Xiaomi/Moto pierden usuarios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Desfasados trabajan más pero
no gastan más en teléfono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20% segunda mano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Hijos únicos +23% capacidad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 salió de aplicar las herramientas del temario (medias, medianas,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boxplots, covarianza) y después cruzar variables con crosstabs y groupby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3498DB">
              <a:alpha val="7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Python, Pandas, Matplotlib, Seaborn, SciPy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Estadístico Descriptivo - Encuesta Telefonía Móvil</dc:title>
  <dc:subject>PptxGenJS Presentation</dc:subject>
  <dc:creator>Estudiante</dc:creator>
  <cp:lastModifiedBy>Estudiante</cp:lastModifiedBy>
  <cp:revision>1</cp:revision>
  <dcterms:created xsi:type="dcterms:W3CDTF">2026-04-13T01:49:27Z</dcterms:created>
  <dcterms:modified xsi:type="dcterms:W3CDTF">2026-04-13T01:49:27Z</dcterms:modified>
</cp:coreProperties>
</file>